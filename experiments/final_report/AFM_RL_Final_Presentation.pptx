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Adaptive Feature Matching using Hierarchical Reinforcement Learning</a:t>
            </a:r>
          </a:p>
          <a:p>
            <a:pPr>
              <a:spcAft>
                <a:spcPts val="2400"/>
              </a:spcAft>
              <a:defRPr sz="1800">
                <a:solidFill>
                  <a:srgbClr val="93C5FD"/>
                </a:solidFill>
              </a:defRPr>
            </a:pPr>
            <a:r>
              <a:t>Level-2 Adaptive Keypoint Budget Optimization &amp; Benchmark Evaluation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Final Project Report | Verified Results across HPatches &amp; MegaDepth-1500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MOTIVATION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Problem: How Many Keypoints Should We Use?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The Keypoint Dilemma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Traditional pipelines use a fixed number of keypoints: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Every image pair gets the exact same budget (e.g., 1000 or 4000 keypoints).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Too few keypoints (e.g. 500)::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Hard pairs fail to match when lighting or perspective changes significantly.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Too many keypoints (e.g. 4000)::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Easy pairs waste massive compute and extract redundant/noisy features.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Core Reality::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No single fixed budget is optimal across diverse real-world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</a:defRPr>
            </a:pPr>
            <a:r>
              <a:t>What We Need</a:t>
            </a:r>
          </a:p>
          <a:p>
            <a:pPr>
              <a:spcAft>
                <a:spcPts val="1400"/>
              </a:spcAft>
              <a:defRPr sz="1350">
                <a:solidFill>
                  <a:srgbClr val="0F172A"/>
                </a:solidFill>
              </a:defRPr>
            </a:pPr>
            <a:r>
              <a:t>✓  Dynamic allocation: High budget for complex viewpoint changes.</a:t>
            </a:r>
          </a:p>
          <a:p>
            <a:pPr>
              <a:spcAft>
                <a:spcPts val="1400"/>
              </a:spcAft>
              <a:defRPr sz="1350">
                <a:solidFill>
                  <a:srgbClr val="0F172A"/>
                </a:solidFill>
              </a:defRPr>
            </a:pPr>
            <a:r>
              <a:t>✓  Early stopping: Low budget for simple illumination variations.</a:t>
            </a:r>
          </a:p>
          <a:p>
            <a:pPr>
              <a:spcAft>
                <a:spcPts val="1400"/>
              </a:spcAft>
              <a:defRPr sz="1350">
                <a:solidFill>
                  <a:srgbClr val="0F172A"/>
                </a:solidFill>
              </a:defRPr>
            </a:pPr>
            <a:r>
              <a:t>✓  Zero manual tuning: An agent that automatically senses difficulty.</a:t>
            </a:r>
          </a:p>
          <a:p>
            <a:pPr>
              <a:spcAft>
                <a:spcPts val="1400"/>
              </a:spcAft>
              <a:defRPr sz="1350">
                <a:solidFill>
                  <a:srgbClr val="0F172A"/>
                </a:solidFill>
              </a:defRPr>
            </a:pPr>
            <a:r>
              <a:t>✓  Compute efficiency: Maximize accuracy while minimizing feature extraction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Our Solution: Adaptive Keypoint Budget via Reinforcement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Level 1: Pipeline Selection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Selects the best detector and descriptor algorithm (e.g., SIFT, AKAZE, ORB) suited for the overall scene.</a:t>
            </a:r>
          </a:p>
          <a:p>
            <a:pPr>
              <a:defRPr sz="1150" b="1">
                <a:solidFill>
                  <a:srgbClr val="1E3A8A"/>
                </a:solidFill>
              </a:defRPr>
            </a:pPr>
            <a:r>
              <a:t>(Future Integration / Modular)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Level 2: Budget Allocation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Dynamically adjusts the keypoint count (+500, +1000, -500, STOP) for the chosen pipeline.</a:t>
            </a:r>
          </a:p>
          <a:p>
            <a:pPr>
              <a:defRPr sz="1150" b="1">
                <a:solidFill>
                  <a:srgbClr val="1E3A8A"/>
                </a:solidFill>
              </a:defRPr>
            </a:pPr>
            <a:r>
              <a:t>(Focus of this Evaluation)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Utility-Driven Objective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Maximizes matching accuracy while imposing a keypoint cost penalty (λ = 0.1).</a:t>
            </a:r>
          </a:p>
          <a:p>
            <a:pPr>
              <a:defRPr sz="1150" b="1">
                <a:solidFill>
                  <a:srgbClr val="1E3A8A"/>
                </a:solidFill>
              </a:defRPr>
            </a:pPr>
            <a:r>
              <a:t>(Learns When to Stop)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RL 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Inside the Level-2 RL Agent: Step-by-Step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1. Observe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Reads 31-D state vector:</a:t>
            </a:r>
            <a:br/>
            <a:r>
              <a:t>• Image pair statistics (contrast, brightness)</a:t>
            </a:r>
            <a:br/>
            <a:r>
              <a:t>• Pipeline 1-hot encoding</a:t>
            </a:r>
            <a:br/>
            <a:r>
              <a:t>• Matching score, inlier ratio, recent delta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2. 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PPO Policy chooses 1 of 4 discrete actions:</a:t>
            </a:r>
            <a:br/>
            <a:r>
              <a:t>• +500 keypoints</a:t>
            </a:r>
            <a:br/>
            <a:r>
              <a:t>• +1,000 keypoints</a:t>
            </a:r>
            <a:br/>
            <a:r>
              <a:t>• -500 keypoints</a:t>
            </a:r>
            <a:br/>
            <a:r>
              <a:t>• STOP immediately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3. Evaluate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Runs detector/descriptor pool slice, executes BF match, and fits homography via RANSAC.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4. Reward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Reward = Δ Utility - Step Penalty</a:t>
            </a:r>
            <a:br/>
            <a:r>
              <a:t>Utility = Accuracy - λ × (Keypoints / 4000)</a:t>
            </a:r>
            <a:br/>
            <a:r>
              <a:t>Agent learns to stop when gains saturate.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BASELINE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Fixed Budgets Fail: The Baseline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Fixed 500</a:t>
            </a: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26.89% AUC@3px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Keypoints: 495.6 KP Avg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Lightweight but suffers from low inlier count on viewpoint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Fixed 1000</a:t>
            </a: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31.08% AUC@3px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Keypoints: 979.5 KP Avg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Standard default, but still fails on challenging perspective shifts.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Fixed 2000</a:t>
            </a: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35.07% AUC@3px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Keypoints: 1,897.0 KP Avg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Higher accuracy, but wastes compute on simple illumination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Fixed 4000</a:t>
            </a: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36.34% AUC@3px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Keypoints: 3,424.4 KP Avg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Brute-force upper bound; very slow and extracts redundant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Setup: HPatches &amp; RIPE Evaluation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HPatches Benchmark Split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116 Total Sequences in HPatches dataset.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Held-out Test Split: 17 sequences = 85 image pairs.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8 Illumination sequences (40 pairs): Brightness variations.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9 Viewpoint sequences (45 pairs): Wide camera angles.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Strict Isolation: Zero train/validation overlap with test set.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4,675 Total Evaluations: 85 pairs × 11 presets × 5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RIPE Homography AUC Metric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Mean 4-Corner Reprojection Error: Pixel distance between estimated homography corners and ground truth.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Normalized Cumulative AUC (Trapezoidal Integration):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• AUC@1px: High precision registration (&lt; 1 px).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• AUC@3px: Primary benchmark threshold (&lt; 3 px).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• AUC@5px: General geometric alignment (&lt; 5 px).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Success Rates: Percentage of pairs with error &lt;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HPATCHES OVERALL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Main Result: Adaptive Level-2 Outperforms All Fixed Baselines</a:t>
            </a:r>
          </a:p>
        </p:txBody>
      </p:sp>
      <p:pic>
        <p:nvPicPr>
          <p:cNvPr id="5" name="Picture 4" descr="hpatches_auc3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Key Verified Numbers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Adaptive Level-2: </a:t>
            </a:r>
          </a:p>
          <a:p>
            <a:pPr>
              <a:spcAft>
                <a:spcPts val="600"/>
              </a:spcAft>
              <a:defRPr sz="1250">
                <a:solidFill>
                  <a:srgbClr val="2563EB"/>
                </a:solidFill>
              </a:defRPr>
            </a:pPr>
            <a:r>
              <a:t>  38.30% AUC@3px (1,192 KP avg)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Fixed 4000: </a:t>
            </a:r>
          </a:p>
          <a:p>
            <a:pPr>
              <a:spcAft>
                <a:spcPts val="600"/>
              </a:spcAft>
              <a:defRPr sz="1250">
                <a:solidFill>
                  <a:srgbClr val="2563EB"/>
                </a:solidFill>
              </a:defRPr>
            </a:pPr>
            <a:r>
              <a:t>  36.34% AUC@3px (3,424 KP avg)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Fixed 2000: </a:t>
            </a:r>
          </a:p>
          <a:p>
            <a:pPr>
              <a:spcAft>
                <a:spcPts val="600"/>
              </a:spcAft>
              <a:defRPr sz="1250">
                <a:solidFill>
                  <a:srgbClr val="2563EB"/>
                </a:solidFill>
              </a:defRPr>
            </a:pPr>
            <a:r>
              <a:t>  35.07% AUC@3px (1,897 KP avg)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Fixed 1000: </a:t>
            </a:r>
          </a:p>
          <a:p>
            <a:pPr>
              <a:spcAft>
                <a:spcPts val="600"/>
              </a:spcAft>
              <a:defRPr sz="1250">
                <a:solidFill>
                  <a:srgbClr val="2563EB"/>
                </a:solidFill>
              </a:defRPr>
            </a:pPr>
            <a:r>
              <a:t>  31.08% AUC@3px (980 KP avg)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Fixed 500: </a:t>
            </a:r>
          </a:p>
          <a:p>
            <a:pPr>
              <a:spcAft>
                <a:spcPts val="600"/>
              </a:spcAft>
              <a:defRPr sz="1250">
                <a:solidFill>
                  <a:srgbClr val="2563EB"/>
                </a:solidFill>
              </a:defRPr>
            </a:pPr>
            <a:r>
              <a:t>  26.89% AUC@3px (496 KP avg)</a:t>
            </a:r>
          </a:p>
          <a:p>
            <a:pPr>
              <a:defRPr sz="1200" b="1">
                <a:solidFill>
                  <a:srgbClr val="166534"/>
                </a:solidFill>
              </a:defRPr>
            </a:pPr>
            <a:r>
              <a:t>Outcome: Adaptive Level-2 achieves highest overall accuracy while using ~65% fewer keypoints than Fixed 4000.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BUDGET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Accuracy vs Keypoint Cost: 65% Computational Reduction</a:t>
            </a:r>
          </a:p>
        </p:txBody>
      </p:sp>
      <p:pic>
        <p:nvPicPr>
          <p:cNvPr id="5" name="Picture 4" descr="hpatches_keypoints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Efficiency Breakdown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• vs Fixed 4000: 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  Saves 2,233 keypoints per pair on average (-65% budget reduction) while increasing AUC@3px by +1.96%.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• vs Fixed 2000: 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  Saves 705 keypoints per pair on average (-37% budget reduction) while increasing AUC@3px by +3.23%.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• vs Fixed 500: 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  Gains +11.41% AUC@3px and +21.72% in success rate by dynamically scaling up only when required.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• Adaptation by Difficulty: 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  Illumination pairs average 934 KP; Viewpoint pairs scale to 1,421 KP.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PRESET-LEVEL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Across All 11 Feature Matching Presets</a:t>
            </a:r>
          </a:p>
        </p:txBody>
      </p:sp>
      <p:pic>
        <p:nvPicPr>
          <p:cNvPr id="5" name="Picture 4" descr="hpatches_auc3_by_p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967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PIPELINE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Preset Extremes: SIFT (Best) vs ORB+FREAK (Worst)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66534"/>
                </a:solidFill>
              </a:defRPr>
            </a:pPr>
            <a:r>
              <a:t>🏆 Best Preset: SIFT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AUC@1px: 17.44% | AUC@3px: 50.03% | AUC@5px: 64.41%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Success Rate @ 3px: 78.82% of all test pairs.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Average Keypoints: 942 KP (2.94 steps).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Why it excelled: SIFT's 128-D float descriptors provide high distinctive matching. The agent learns that SIFT achieves high inlier ratio quickly and terminates early, saving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92400E"/>
                </a:solidFill>
              </a:defRPr>
            </a:pPr>
            <a:r>
              <a:t>⚠️ Lowest Preset: ORB+FREAK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AUC@1px: 3.73% | AUC@3px: 21.37% | AUC@5px: 33.69%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Success Rate @ 3px: 44.71% of all test pairs.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Average Keypoints: 1,235 KP (4.01 steps).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Measured finding: ORB+FREAK produced the lowest measured AUC values on this benchmark. This tells us this specific hybrid pipeline was more difficult for the system on this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SUMMARY OF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Adaptive Level-2 is Superior: Head-to-Head vs Fixed-4000</a:t>
            </a:r>
          </a:p>
        </p:txBody>
      </p:sp>
      <p:pic>
        <p:nvPicPr>
          <p:cNvPr id="5" name="Picture 4" descr="hpatches_adaptive_vs_fixed4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463040"/>
            <a:ext cx="4023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10 of 11 Presets Match or Beat Fixed 4000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AKAZE: 42.71% vs 36.69% (+6.02%)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BRISK: 42.43% vs 38.96% (+3.47%)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GFTT+SIFT: 44.61% vs 41.49% (+3.12%)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GFTT+BRIEF: 36.09% vs 32.98% (+3.11%)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FAST+BRIEF: 36.01% vs 33.60% (+2.41%)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KAZE: 45.49% vs 44.30% (+1.19%)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ORB: 33.72% vs 33.34% (+0.38%)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STAR+BRIEF: 30.21% vs 29.83% (+0.38%)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OUTDOOR 3D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MegaDepth-1500 Experiment: Testing 3D Relative Pose Estimation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Why MegaDepth-1500?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HPatches evaluates planar homographies (2D transformations).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MegaDepth evaluates 3D outdoor scenes with 6-DoF camera motion.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Goal: Test whether the Level-2 RL agent can be trained directly on epipolar geometry.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Dataset Split: 1,050 train pairs, 225 validation pairs, 225 test pairs.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Training Budget: 170,528 timesteps matching the verified HPatches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3D Relative Pose Metric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Essential Matrix Estimation via 5-point RANSAC using camera intrinsics (K1, K2).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Angular Pose Error: Maximum of rotation error and translation angle error: max(err_R, err_t).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Pose AUC Reported at 5°, 10°, and 20° thresholds (RIPE protocol standard).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Training Reward: Sampson epipolar distance surrogate: exp(-mean_sampson_error / 5.0).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MEGADEPTH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MegaDepth Results: Honest Analysis of Surrogate Reward</a:t>
            </a:r>
          </a:p>
        </p:txBody>
      </p:sp>
      <p:pic>
        <p:nvPicPr>
          <p:cNvPr id="5" name="Picture 4" descr="megadepth_auc2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57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Key Findings on MegaDepth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MegaDepth-Trained Adaptive: 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26.02% AUC@20° (529 KP avg)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HPatches Zero-Shot Adaptive: 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35.39% AUC@20° (619 KP avg)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Fixed 500 Baseline: 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34.13% AUC@20°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Fixed 4000 Baseline: 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62.08% AUC@20°</a:t>
            </a:r>
          </a:p>
          <a:p>
            <a:pPr>
              <a:defRPr sz="1150" b="1">
                <a:solidFill>
                  <a:srgbClr val="92400E"/>
                </a:solidFill>
              </a:defRPr>
            </a:pPr>
            <a:r>
              <a:t>Interpretation: The simple Sampson-distance surrogate reward was insufficient to guide productive policy learning. The policy became overly conservative.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LESSONS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Key Insights: What Did We Learn?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Dynamic keypoint allocation is highly effective for 2D homography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Achieved higher accuracy than 4,000 fixed points while saving 65% of keypoint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SIFT remains the strongest classical matching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Yielded 50.03% AUC@3px on HPatches test split; stopping early when inliers saturate.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Fixed budgets are fundamentally inefficient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Fixed 500 fails on hard scenes; Fixed 4000 is heavily redundant on clean scenes.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Reward formulation is critical for RL transfer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Using surrogate distance rewards for 3D pose estimation led to conservative budget stopping. Future 3D models require direct Essential matrix pose rewards.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Scope: Limitations &amp; Future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Current Limitations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Level 2 Only: Focus was on budget allocation; Level 1 pipeline selection was not trained end-to-end.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MegaDepth Reward Surrogate: Utilized Sampson distance rather than exact 5-point angular error.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Hardware Profiling: Efficiency measured via keypoint count, not physical millisecond runtime on edge chips.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Aachen Out of Scope: 6-DoF visual localization benchmark was not evaluated in this phase.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Future Work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Level 1 + Level 2 Integration: Train high-level pipeline selection on top of frozen Level 2 budget policy.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Direct 3D Pose Rewards: Incorporate camera intrinsics into MegaDepth step rewards.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Aachen Day-Night Evaluation: Benchmark on outdoor visual localization under extreme illumination shifts.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Edge Device Deployment: Measure wall-clock latency on NVIDIA Jetson and mobile devices.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93C5FD"/>
                </a:solidFill>
              </a:defRPr>
            </a:pPr>
            <a:r>
              <a:t>CONCLUSION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Adaptive Reinforcement Learning Solves the Fixed Keypoint Dilemma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On the HPatches benchmark under the RIPE evaluation protocol, our Level-2 Adaptive RL agent achieved 38.30% AUC@3px, beating the brute-force Fixed-4000 baseline (36.34%) while saving over 65% of keypoint extractions (1,192 vs 3,424 keypoints).</a:t>
            </a:r>
            <a:br/>
            <a:br/>
            <a:r>
              <a:t>By sensing scene difficulty dynamically, the agent scales up keypoints on challenging viewpoint changes and stops early on clean illumination pairs, providing superior accuracy and computational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